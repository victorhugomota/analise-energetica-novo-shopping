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ESTUDO DE CUSTO E VIABILIDADE TÉCNICA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Retrofit e Gerenciamento Inteligente por CLP em 38 Climatizadores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Validação de Eficiência Energética, Telemetria Real e Retorno de Investimento (Payback)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CLIENTE: ADMINISTRAÇÃO DO NOVO SHOPPING CENTER (RIBEIRÃO PRETO - SP)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EMPRESA: 3D AR CONDICIONADO &amp; ENGENHARIA TÉRMICA</a:t>
            </a:r>
          </a:p>
          <a:p>
            <a:pPr>
              <a:defRPr sz="1000">
                <a:solidFill>
                  <a:srgbClr val="E0F2FE"/>
                </a:solidFill>
              </a:defRPr>
            </a:pPr>
            <a:r>
              <a:t>RESPONSÁVEL TÉCNICO: ENG. VICTOR HUGO MOTA DE ALMEIDA  |  DATA: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2. SUMÁRIO EXECUTIVO &amp; 4 PILARES ESTRATÉGICOS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240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⚡ EFICIÊNCIA ENERGÉTICA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-12,5% Consumo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Redução de 28.810 kWh/mês com controle proporcional por estágios.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22402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💰 ECONOMIA FINANCEIRA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R$ 263.178,28/ano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Economia mensal de R$ 21.931,52 recorrente na fatura de energia.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57800" cy="2240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⏱️ PAYBACK ACELERADO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13,7 Meses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Amortização total do investimento CAPEX (R$ 301.000,00) em ~1,1 anos.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257800" cy="22402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🌱 SUSTENTABILIDADE ESG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30,2 t CO₂/ano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Descarbonização operacional alinhada com as melhores práticas ambientais.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3. DIAGNÓSTICO DO SISTEMA EXISTENTE (ANALÓGICO)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🔴 LIMITAÇÕES OPERACIONAIS</a:t>
            </a:r>
          </a:p>
          <a:p>
            <a:pPr>
              <a:defRPr sz="2200" b="1">
                <a:solidFill>
                  <a:srgbClr val="DC2626"/>
                </a:solidFill>
              </a:defRPr>
            </a:pPr>
            <a:r>
              <a:t>Controle Analógico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Termostato de bulbo sem controle fino.</a:t>
            </a:r>
            <a:br/>
            <a:r>
              <a:t>• Partida simultânea de ambas as UCs (100%).</a:t>
            </a:r>
            <a:br/>
            <a:r>
              <a:t>• Elevado estresse mecânico e picos de corrente.</a:t>
            </a:r>
            <a:br/>
            <a:r>
              <a:t>• Ausência de revezamento programado.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📊 IMPACTO NO CUSTO</a:t>
            </a:r>
          </a:p>
          <a:p>
            <a:pPr>
              <a:defRPr sz="2200" b="1">
                <a:solidFill>
                  <a:srgbClr val="CBD5E1"/>
                </a:solidFill>
              </a:defRPr>
            </a:pPr>
            <a:r>
              <a:t>R$ 2,10 Milhões/ano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Consumo Mensal: 233.695 kWh/mês</a:t>
            </a:r>
            <a:br/>
            <a:r>
              <a:t>• Gasto Mensal: R$ 175.270,98 / mês</a:t>
            </a:r>
            <a:br/>
            <a:r>
              <a:t>• Duty Cycle de Manutenção: 80% constante</a:t>
            </a:r>
            <a:br/>
            <a:r>
              <a:t>• Chattering frequente nos contatores.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4. A SOLUÇÃO DE ENGENHARIA: AUTOMAÇÃO POR CLP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🎛️ ESTÁGIOS PROPORCIONAIS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Modulação de Carga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Aciona apenas a condensadora Mestre em carga estável; Escrava atua apenas em picos térmicos.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🔄 REVEZAMENTO AUTOMÁTICO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Rodízio a cada 4h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Troca automática de Mestre/Escrava para equalizar com perfeição o desgaste dos compressores.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🛡️ REDUNDÂNCIA ATIVA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Zero Parada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Sensores de fluxo e corrente acionam o backup instantaneamente em caso de falha.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5. REVEZAMENTO AUTOMÁTICO &amp; REDUNDÂNCIA 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⚖️ EQUALIZAÇÃO DE DESGASTE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50% / 50% de Carga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Dobra a vida útil dos compressores evitando que um opere 100% e o outro fique ocioso.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⚡ REDUÇÃO DE CHATTERING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Histerese 1,0°C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Controle digital calibrado que elimina partidas sucessivas e transitórios elétricos.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6. CADASTRO COMPLETO DO PARQUE DE 38 CLIMATIZADORES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🏢 COMPLEXO SHOPPING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38 Climatizadores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Parque completo mapeado com potências nominais explícitas por máquina.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⚡ POTÊNCIA ELÉTRICA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851,1 kW Total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Potências de UC (10kW e 12.8kW) e UE (1.5kW, 2.2kW e 3.0kW).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🔌 CORRENTE TOTAL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1.369 A (380V)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Sistema trifásico dimensionado com fator de potência 0,95.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7. METODOLOGIA E FÓRMULAS DE REGIME ELÉTRICO TRIFÁSICO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📐 FÓRMULAS DE ENGENHARIA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P_total = P_uc + P_ue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Corrente: P / (√3 × 380V × 0.95)</a:t>
            </a:r>
            <a:br/>
            <a:r>
              <a:t>• Consumo: P × Horas × Dias × Duty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⏱️ MODELO DE JORNADA (12H)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Pull-down vs Manutenção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• Pull-down (1,5h): 100% de esforço matinal.</a:t>
            </a:r>
            <a:br/>
            <a:r>
              <a:t>• Manutenção (10,5h): CLP otimiza Mestre e Escrava.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8. VALIDAÇÃO EMPÍRICA: TELEMETRIA REAL DE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📊 BASE AUDITADA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5.760 Leituras/Máq.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Registros minuto a minuto coletados por CLP durante operação real no shopping.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📈 MÁQUINAS TESTADAS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FC-17, FC-27 e FC-28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Comportamento empírico 100% aderente às curvas de simulação termodinâmica.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9. DIAGNÓSTICO: 1 EVAPORADORA VS. 2 EVAPORADORAS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🔴 1 EVAPORADORA (FC-17)</a:t>
            </a:r>
          </a:p>
          <a:p>
            <a:pPr>
              <a:defRPr sz="2200" b="1">
                <a:solidFill>
                  <a:srgbClr val="DC2626"/>
                </a:solidFill>
              </a:defRPr>
            </a:pPr>
            <a:r>
              <a:t>205,5 min/dia Ambos ON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Menor área de serpentina força atuação conjunta prolongada. O CLP protege contra queima.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🟢 2 EVAPORADORAS (FC-27/28)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~43 min/dia Ambos ON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Maior superfície de troca térmica permite que a Mestre atenda a demanda quase o dia todo.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10. REDUÇÃO DRÁSTICA DE PICO SIMULTÂNEO (QUEDA DE 79%)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📉 ALÍVIO ELÉTRICO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-79% no Pico Conjunto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Queda de 205,5 min/dia para ~43 min/dia de compressores ligados simultaneamente.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⚡ SUBESTAÇÃO PROTEGIDA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Menor Aquecimento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Eliminação de picos de demanda contratada e alívio nos transformadores do shopping.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11. IMPACTO DAS VARIAÇÕES SAZONAIS DE TEMPERATURA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❄️ INVERNO (20,4°C - 21,8°C)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Carga Leve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Unidade Escrava quase 100% em repouso. Economia máxima.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🍂 TRANSIÇÃO (23,5°C - 24,8°C)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Carga Média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Operação suave e confortável.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☀️ VERÃO (25,5°C - 26,0°C)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Carga Plena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Escrava acionada com precisão nos horários mais quentes.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12. BALANÇO ENERGÉTICO CONSOLIDADO: ANTES VS. DEPOIS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🔴 CONSUMO ANTES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233.695 kWh/mês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2.804.336 kWh/ano na base analógica sem controle.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🔵 CONSUMO COM CLP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204.885 kWh/mês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2.458.623 kWh/ano com automação inteligente.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🟢 ECONOMIA GERADA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-28.810 kWh/mês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Redução percentual média de -12,5% (-350.904 kWh/ano).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13. ANÁLISE FINANCEIRA MENSAL &amp; CUSTO POR EQUIPAMENTO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💰 ECONOMIA MENSAL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R$ 21.931,52 / mês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Redução líquida recorrente na fatura de energia (Tarifa R$ 0,75/kWh).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📊 CUSTO MÉDIO / MÁQUINA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R$ 4.043,78 / mês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Custo médio por climatizador cai de R$ 4.612,39 para R$ 4.043,78.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14. ANÁLISE FINANCEIRA ANUAL &amp; FLUXO RECORRENTE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💰 ECONOMIA ANUAL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R$ 263.178,28 / ano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Fluxo de caixa livre gerado anualmente para o condomínio do shopping.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🛡️ BLINDAGEM TARIFÁRIA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Menor Risco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Proteção financeira permanente contra aumentos de tarifas da distribuidora.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15. ANÁLISE DE CAPEX, OPEX E PAYBACK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💵 CAPEX TOTAL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R$ 301.000,00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Fornecimento de CLPs, sensores, cabeamento, programação e comissionamento.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⏱️ PAYBACK SIMPLES</a:t>
            </a:r>
          </a:p>
          <a:p>
            <a:pPr>
              <a:defRPr sz="1800" b="1">
                <a:solidFill>
                  <a:srgbClr val="0284C7"/>
                </a:solidFill>
              </a:defRPr>
            </a:pPr>
            <a:r>
              <a:t>13,7 Meses (~1,1 anos)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Retorno total do capital investido em pouco mais de 1 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📈 RETORNO LÍQUIDO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Caixa Livre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A partir do 14º mês, 100% da economia se reverte em lucro para a administração.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16. CURVA DE AMORTIZAÇÃO &amp; FLUXO DE CAIXA (5 ANOS)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📅 FLUXO PLURIANUAL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5 Anos de Operação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Ano 0: -R$ 301k | Ano 1: +R$ 263k | Ano 2 (Payback): +R$ 526k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🏆 LUCRO ACUMULADO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+R$ 1.014.891,40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Saldo líquido positivo gerado nos primeiros 5 anos após amortizar o CAPEX.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17. INDICADORES DE ENGENHARIA FINANCEIRA: ROI E VPL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📈 ROI EM 5 ANOS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+337,2%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Retorno de mais de 3,3 vezes o capital investido.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💎 VPL (TMA 12% a.a.)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R$ 647.625,32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Criação direta de valor econômico e viabilidade incontestável.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18. SUSTENTABILIDADE, DESCARBONIZAÇÃO &amp; METAS ESG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🌱 REDUÇÃO DE CO₂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30,2 t CO₂ / ano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151 toneladas de carbono mitigadas em 5 anos (Fator SIN/MCTI).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🌳 EQUIVALÊNCIA VERDE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~215 Árvores/ano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Equivale ao plantio de 215 árvores adultas ou ~150 mil km a menos rodados.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19. PLANO DE EXECUÇÃO &amp; CRONOGRAMA FÍSICO-FINANCEIRO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📅 CRONOGRAMA EM 4 FASES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5 Meses de Execução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Fase 1 (Mês 1): Engenharia &amp; Painéis</a:t>
            </a:r>
            <a:br/>
            <a:r>
              <a:t>Fase 2 (Mês 2): Piloto em 6 máquinas</a:t>
            </a:r>
            <a:br/>
            <a:r>
              <a:t>Fase 3 (Mês 3-4): Expansão noturna</a:t>
            </a:r>
            <a:br/>
            <a:r>
              <a:t>Fase 4 (Mês 5): Comissionamento &amp; Handover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🛡️ ZERO IMPACTO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Operação Noturna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Execução sem qualquer interrupção das atividades normais do shopping.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ESTUDO DE CUSTO E VIABILIDADE • NOVO SHOPPING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20. CONCLUSÃO TÉCNICA &amp; ASSINATURA DE ENGENHARIA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3D AR CONDICIONADO &amp; ENGENHARIA TÉRMICA  |  ENG. VICTOR HUGO MOTA DE ALMEIDA  |  NOVO SHOPPING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✅ VIABILIDADE COMPROVADA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t>R$ 263 mil/ano de Economia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Payback em 13,7 meses, ROI de 337,2% e proteção patrimonial de 38 climatizadores.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892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✍️ ASSINATURA OFICIAL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Eng. Victor Hugo Mota de Almeida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3D Ar Condicionado e Engenharia Térmica | Responsável Técnico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